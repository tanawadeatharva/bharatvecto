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3"/>
  </p:notesMasterIdLst>
  <p:sldIdLst>
    <p:sldId id="256" r:id="rId2"/>
    <p:sldId id="1322" r:id="rId3"/>
    <p:sldId id="258" r:id="rId4"/>
    <p:sldId id="1321" r:id="rId5"/>
    <p:sldId id="1320" r:id="rId6"/>
    <p:sldId id="1289" r:id="rId7"/>
    <p:sldId id="1314" r:id="rId8"/>
    <p:sldId id="1318" r:id="rId9"/>
    <p:sldId id="1315" r:id="rId10"/>
    <p:sldId id="1319" r:id="rId11"/>
    <p:sldId id="1316" r:id="rId12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1322"/>
            <p14:sldId id="258"/>
            <p14:sldId id="1321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5" autoAdjust="0"/>
    <p:restoredTop sz="97449" autoAdjust="0"/>
  </p:normalViewPr>
  <p:slideViewPr>
    <p:cSldViewPr snapToGrid="0">
      <p:cViewPr varScale="1">
        <p:scale>
          <a:sx n="156" d="100"/>
          <a:sy n="156" d="100"/>
        </p:scale>
        <p:origin x="1764" y="150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18.12.2023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18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6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7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  <p:sldLayoutId id="2147483678" r:id="rId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4.0.2.3273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18.12.2023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Bugfixes (1/2)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CodeEU-94: </a:t>
            </a:r>
            <a:r>
              <a:rPr lang="en-US" sz="1200" spc="-1" dirty="0" err="1">
                <a:solidFill>
                  <a:srgbClr val="000000"/>
                </a:solidFill>
              </a:rPr>
              <a:t>DistanceRun</a:t>
            </a:r>
            <a:r>
              <a:rPr lang="en-US" sz="1200" spc="-1" dirty="0">
                <a:solidFill>
                  <a:srgbClr val="000000"/>
                </a:solidFill>
              </a:rPr>
              <a:t> got an unexpected response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CodeEU-153: </a:t>
            </a:r>
            <a:r>
              <a:rPr lang="en-US" sz="1200" spc="-1" dirty="0" err="1">
                <a:solidFill>
                  <a:srgbClr val="000000"/>
                </a:solidFill>
              </a:rPr>
              <a:t>DrivingActionAccelerate</a:t>
            </a:r>
            <a:r>
              <a:rPr lang="en-US" sz="1200" spc="-1" dirty="0">
                <a:solidFill>
                  <a:srgbClr val="000000"/>
                </a:solidFill>
              </a:rPr>
              <a:t>: Failed to find operating point after Overload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CodeEU-158: Urban </a:t>
            </a:r>
            <a:r>
              <a:rPr lang="en-US" sz="1200" spc="-1" dirty="0" err="1">
                <a:solidFill>
                  <a:srgbClr val="000000"/>
                </a:solidFill>
              </a:rPr>
              <a:t>RefLoad</a:t>
            </a:r>
            <a:r>
              <a:rPr lang="en-US" sz="1200" spc="-1" dirty="0">
                <a:solidFill>
                  <a:srgbClr val="000000"/>
                </a:solidFill>
              </a:rPr>
              <a:t> </a:t>
            </a:r>
            <a:r>
              <a:rPr lang="en-US" sz="1200" spc="-1" dirty="0" err="1">
                <a:solidFill>
                  <a:srgbClr val="000000"/>
                </a:solidFill>
              </a:rPr>
              <a:t>DrivingActionAccelerate</a:t>
            </a:r>
            <a:r>
              <a:rPr lang="en-US" sz="1200" spc="-1" dirty="0">
                <a:solidFill>
                  <a:srgbClr val="000000"/>
                </a:solidFill>
              </a:rPr>
              <a:t>: Failed to find operating point (IEPC </a:t>
            </a:r>
            <a:r>
              <a:rPr lang="en-US" sz="1200" spc="-1" dirty="0" err="1">
                <a:solidFill>
                  <a:srgbClr val="000000"/>
                </a:solidFill>
              </a:rPr>
              <a:t>Wheelhub</a:t>
            </a:r>
            <a:r>
              <a:rPr lang="en-US" sz="1200" spc="-1" dirty="0">
                <a:solidFill>
                  <a:srgbClr val="000000"/>
                </a:solidFill>
              </a:rPr>
              <a:t> 1 measured)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CodeEU-168: Vecto Declaration Simulation with P1-Hybrid shows multiple errors - Simulation Aborts!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CodeEU-191: Boosting limits HEV </a:t>
            </a:r>
            <a:r>
              <a:rPr lang="en-US" sz="1200" spc="-1" dirty="0" err="1">
                <a:solidFill>
                  <a:srgbClr val="000000"/>
                </a:solidFill>
              </a:rPr>
              <a:t>ovc</a:t>
            </a:r>
            <a:r>
              <a:rPr lang="en-US" sz="1200" spc="-1" dirty="0">
                <a:solidFill>
                  <a:srgbClr val="000000"/>
                </a:solidFill>
              </a:rPr>
              <a:t> are not working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CodeEU-202: EMS Standard Values: Continuous/Overload Torque 0 Nm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CodeEU-203: </a:t>
            </a:r>
            <a:r>
              <a:rPr lang="en-US" sz="1200" spc="-1" dirty="0" err="1">
                <a:solidFill>
                  <a:srgbClr val="000000"/>
                </a:solidFill>
              </a:rPr>
              <a:t>HybridStrategy</a:t>
            </a:r>
            <a:r>
              <a:rPr lang="en-US" sz="1200" spc="-1" dirty="0">
                <a:solidFill>
                  <a:srgbClr val="000000"/>
                </a:solidFill>
              </a:rPr>
              <a:t> error for IHPC type 1 hybrid lorry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CodeEU-206: VTP + PEMS test done by Renault Trucks France - VECTO tool errors most probably linked to automatic gearbox (with torque converter)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CodeEU-211: Hybrid P1 configurations with errors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CodeEU-215: </a:t>
            </a:r>
            <a:r>
              <a:rPr lang="en-US" sz="1200" spc="-1" dirty="0" err="1">
                <a:solidFill>
                  <a:srgbClr val="000000"/>
                </a:solidFill>
              </a:rPr>
              <a:t>MultiStep</a:t>
            </a:r>
            <a:r>
              <a:rPr lang="en-US" sz="1200" spc="-1" dirty="0">
                <a:solidFill>
                  <a:srgbClr val="000000"/>
                </a:solidFill>
              </a:rPr>
              <a:t> tool help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CodeEU-216: </a:t>
            </a:r>
            <a:r>
              <a:rPr lang="en-US" sz="1200" spc="-1" dirty="0" err="1">
                <a:solidFill>
                  <a:srgbClr val="000000"/>
                </a:solidFill>
              </a:rPr>
              <a:t>NrOfGears</a:t>
            </a:r>
            <a:r>
              <a:rPr lang="en-US" sz="1200" spc="-1" dirty="0">
                <a:solidFill>
                  <a:srgbClr val="000000"/>
                </a:solidFill>
              </a:rPr>
              <a:t> in CIF is 1 for IEPC no matter how many gears it has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CodeEU-220: Error manual transmission 2. gear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CodeEU-224: Issue with PEV complete vehicle simulation (Vecto </a:t>
            </a:r>
            <a:r>
              <a:rPr lang="en-US" sz="1200" spc="-1" dirty="0" err="1">
                <a:solidFill>
                  <a:srgbClr val="000000"/>
                </a:solidFill>
              </a:rPr>
              <a:t>MultiStage</a:t>
            </a:r>
            <a:r>
              <a:rPr lang="en-US" sz="1200" spc="-1" dirty="0">
                <a:solidFill>
                  <a:srgbClr val="000000"/>
                </a:solidFill>
              </a:rPr>
              <a:t>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CodeEU-231: IVECO CONFIDENTIAL : hybrid buses completed simulation aborted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CodeEU-234: Error Conventional Lorry Gear: 1C </a:t>
            </a:r>
            <a:r>
              <a:rPr lang="en-US" sz="1200" spc="-1" dirty="0" err="1">
                <a:solidFill>
                  <a:srgbClr val="000000"/>
                </a:solidFill>
              </a:rPr>
              <a:t>DistanceRun</a:t>
            </a:r>
            <a:r>
              <a:rPr lang="en-US" sz="1200" spc="-1" dirty="0">
                <a:solidFill>
                  <a:srgbClr val="000000"/>
                </a:solidFill>
              </a:rPr>
              <a:t> got an unexpected response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CodeEU-235: </a:t>
            </a:r>
            <a:r>
              <a:rPr lang="en-US" sz="1200" spc="-1" dirty="0" err="1">
                <a:solidFill>
                  <a:srgbClr val="000000"/>
                </a:solidFill>
              </a:rPr>
              <a:t>Tyre</a:t>
            </a:r>
            <a:r>
              <a:rPr lang="en-US" sz="1200" spc="-1" dirty="0">
                <a:solidFill>
                  <a:srgbClr val="000000"/>
                </a:solidFill>
              </a:rPr>
              <a:t> error calculation buses "invalid </a:t>
            </a:r>
            <a:r>
              <a:rPr lang="en-US" sz="1200" spc="-1" dirty="0" err="1">
                <a:solidFill>
                  <a:srgbClr val="000000"/>
                </a:solidFill>
              </a:rPr>
              <a:t>xsi:type</a:t>
            </a:r>
            <a:r>
              <a:rPr lang="en-US" sz="1200" spc="-1" dirty="0">
                <a:solidFill>
                  <a:srgbClr val="000000"/>
                </a:solidFill>
              </a:rPr>
              <a:t> '</a:t>
            </a:r>
            <a:r>
              <a:rPr lang="en-US" sz="1200" spc="-1" dirty="0" err="1">
                <a:solidFill>
                  <a:srgbClr val="000000"/>
                </a:solidFill>
              </a:rPr>
              <a:t>TyreDataDeclarationType</a:t>
            </a:r>
            <a:r>
              <a:rPr lang="en-US" sz="1200" spc="-1" dirty="0">
                <a:solidFill>
                  <a:srgbClr val="000000"/>
                </a:solidFill>
              </a:rPr>
              <a:t>'"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CodeEU-238: Bus VIF files not valid in Multistep VECTO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CodeEU-243: Simulation aborted: Gear 5 </a:t>
            </a:r>
            <a:r>
              <a:rPr lang="en-US" sz="1200" spc="-1" dirty="0" err="1">
                <a:solidFill>
                  <a:srgbClr val="000000"/>
                </a:solidFill>
              </a:rPr>
              <a:t>Lossmap</a:t>
            </a:r>
            <a:r>
              <a:rPr lang="en-US" sz="1200" spc="-1" dirty="0">
                <a:solidFill>
                  <a:srgbClr val="000000"/>
                </a:solidFill>
              </a:rPr>
              <a:t> not </a:t>
            </a:r>
            <a:r>
              <a:rPr lang="en-US" sz="1200" spc="-1" dirty="0" err="1">
                <a:solidFill>
                  <a:srgbClr val="000000"/>
                </a:solidFill>
              </a:rPr>
              <a:t>sufficiant</a:t>
            </a:r>
            <a:endParaRPr lang="en-US" sz="1200" spc="-1" dirty="0">
              <a:solidFill>
                <a:srgbClr val="000000"/>
              </a:solidFill>
            </a:endParaRP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CodeEU-244: Signature validation fails for old (prior to v4) Manufacturer reports</a:t>
            </a: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86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4.0.2.3273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18.12.2023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Bugfixes (2/2)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CodeEU-249: Fix handling gear torque limits in case of IEPC </a:t>
            </a:r>
            <a:r>
              <a:rPr lang="en-US" sz="1200" spc="-1" dirty="0" err="1">
                <a:solidFill>
                  <a:srgbClr val="000000"/>
                </a:solidFill>
              </a:rPr>
              <a:t>WheelHub</a:t>
            </a:r>
            <a:r>
              <a:rPr lang="en-US" sz="1200" spc="-1" dirty="0">
                <a:solidFill>
                  <a:srgbClr val="000000"/>
                </a:solidFill>
              </a:rPr>
              <a:t> motor and only one side is measured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CodeEU-250: Maximum vehicle speed exceeded during pre-processing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CodeEU-253: Replace VTP </a:t>
            </a:r>
            <a:r>
              <a:rPr lang="en-US" sz="1200" spc="-1" dirty="0" err="1">
                <a:solidFill>
                  <a:srgbClr val="000000"/>
                </a:solidFill>
              </a:rPr>
              <a:t>HeavyBus</a:t>
            </a:r>
            <a:r>
              <a:rPr lang="en-US" sz="1200" spc="-1" dirty="0">
                <a:solidFill>
                  <a:srgbClr val="000000"/>
                </a:solidFill>
              </a:rPr>
              <a:t> in Generic Vehicles with VTP Truck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CodeEU-259: Inconsistent calculation of </a:t>
            </a:r>
            <a:r>
              <a:rPr lang="en-US" sz="1200" spc="-1" dirty="0" err="1">
                <a:solidFill>
                  <a:srgbClr val="000000"/>
                </a:solidFill>
              </a:rPr>
              <a:t>AverageRRC</a:t>
            </a:r>
            <a:r>
              <a:rPr lang="en-US" sz="1200" spc="-1" dirty="0">
                <a:solidFill>
                  <a:srgbClr val="000000"/>
                </a:solidFill>
              </a:rPr>
              <a:t> in CIF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CodeEU-260: Handling of overload buffer in case Continuous Torque is 0Nm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CodeEU-261: </a:t>
            </a:r>
            <a:r>
              <a:rPr lang="en-US" sz="1200" spc="-1" dirty="0" err="1">
                <a:solidFill>
                  <a:srgbClr val="000000"/>
                </a:solidFill>
              </a:rPr>
              <a:t>SuperCap</a:t>
            </a:r>
            <a:r>
              <a:rPr lang="en-US" sz="1200" spc="-1" dirty="0">
                <a:solidFill>
                  <a:srgbClr val="000000"/>
                </a:solidFill>
              </a:rPr>
              <a:t> internal resistance standard values correction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CodeEU-263: Determination of rated power for IEPCs for MRF and CIF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CodeEU-266: Fix Measured Speed Testcases</a:t>
            </a:r>
            <a:endParaRPr lang="en-US" sz="12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81"/>
              </a:spcBef>
              <a:buNone/>
              <a:tabLst>
                <a:tab pos="1886040" algn="l"/>
              </a:tabLst>
            </a:pPr>
            <a:endParaRPr lang="en-US" sz="12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4.0.1.3217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23.10.2023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Improvements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VTP mode: create zip archive for input and output files</a:t>
            </a:r>
          </a:p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- Bugfixes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CIF for complete(d) buses - do not write </a:t>
            </a:r>
            <a:r>
              <a:rPr lang="en-US" sz="1400" spc="-1" dirty="0" err="1">
                <a:solidFill>
                  <a:srgbClr val="000000"/>
                </a:solidFill>
              </a:rPr>
              <a:t>PrimaryVehicleSubgroup</a:t>
            </a:r>
            <a:r>
              <a:rPr lang="en-US" sz="1400" spc="-1" dirty="0">
                <a:solidFill>
                  <a:srgbClr val="000000"/>
                </a:solidFill>
              </a:rPr>
              <a:t> element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hybrid strategy: power comparison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exempted vehicles do not work (error message that XML version is not supported)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XML schema: remove wrong PS technology entry for lorries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for conditioning power demand for IHPC vehicles</a:t>
            </a:r>
            <a:endParaRPr lang="en-US" sz="105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81"/>
              </a:spcBef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012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16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400" b="1" dirty="0"/>
            </a:br>
            <a:r>
              <a:rPr lang="en-US" sz="2400" b="1" dirty="0"/>
              <a:t>of Regulation (EU) 2017/2400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140311"/>
            <a:ext cx="8394645" cy="504702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Declaration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Buses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Engineering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pt-BR" sz="20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783</Words>
  <Application>Microsoft Office PowerPoint</Application>
  <PresentationFormat>Bildschirmpräsentation (4:3)</PresentationFormat>
  <Paragraphs>154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8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Vecto 4.0.2.3273 OFFICIAL RELEASE 18.12.2023</vt:lpstr>
      <vt:lpstr>Vecto 4.0.2.3273 OFFICIAL RELEASE 18.12.2023</vt:lpstr>
      <vt:lpstr>Vecto 4.0.1.3217 OFFICIAL RELEASE 23.10.2023</vt:lpstr>
      <vt:lpstr>PowerPoint-Präsentation</vt:lpstr>
      <vt:lpstr> First official VECTO release for the 2nd Amendment  of Regulation (EU) 2017/2400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Quaritsch Markus</cp:lastModifiedBy>
  <cp:revision>1362</cp:revision>
  <cp:lastPrinted>2013-01-22T12:03:30Z</cp:lastPrinted>
  <dcterms:created xsi:type="dcterms:W3CDTF">2010-01-07T15:28:02Z</dcterms:created>
  <dcterms:modified xsi:type="dcterms:W3CDTF">2023-12-18T15:24:36Z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