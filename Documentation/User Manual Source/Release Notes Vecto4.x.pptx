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A9AB2E1-FC74-4954-B173-3A9A1546D14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B5162D42-6B3F-4446-B172-40CB52DBBF4D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4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5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8D7DD005-C254-4BBD-94C5-F8D5AC1ABC59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12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13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7DF5946A-85E9-4513-9C3F-81FEF73A0E30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20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21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sldNum" idx="1"/>
          </p:nvPr>
        </p:nvSpPr>
        <p:spPr>
          <a:xfrm>
            <a:off x="128160" y="5418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EA0C2CB-0B97-472F-B801-FFDDE8A19E6A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CA533CAD-2156-439D-A87E-EF9C284BB7AD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30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577F6B33-412F-45FA-A2FA-4461196DE28A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37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38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4256F94B-26FD-435C-AA26-B44BE7654D34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45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46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" name="Text Box 24"/>
          <p:cNvSpPr/>
          <p:nvPr/>
        </p:nvSpPr>
        <p:spPr>
          <a:xfrm>
            <a:off x="7996320" y="6599160"/>
            <a:ext cx="919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2BC9793A-67AF-416D-ADFC-47F91706DE04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Box 30"/>
          <p:cNvSpPr/>
          <p:nvPr/>
        </p:nvSpPr>
        <p:spPr>
          <a:xfrm>
            <a:off x="144360" y="6627960"/>
            <a:ext cx="1876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5160" cy="346680"/>
          </a:xfrm>
          <a:prstGeom prst="rect">
            <a:avLst/>
          </a:prstGeom>
          <a:ln w="0">
            <a:noFill/>
          </a:ln>
        </p:spPr>
      </p:pic>
      <p:pic>
        <p:nvPicPr>
          <p:cNvPr id="53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2360" cy="326160"/>
          </a:xfrm>
          <a:prstGeom prst="rect">
            <a:avLst/>
          </a:prstGeom>
          <a:ln w="0">
            <a:noFill/>
          </a:ln>
        </p:spPr>
      </p:pic>
      <p:sp>
        <p:nvSpPr>
          <p:cNvPr id="54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Box 94"/>
          <p:cNvSpPr/>
          <p:nvPr/>
        </p:nvSpPr>
        <p:spPr>
          <a:xfrm>
            <a:off x="539640" y="1052640"/>
            <a:ext cx="813024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0240" cy="162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CodeEU-696: Double summary in CIF for vocationals and non vocational missions.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CodeEU-698: Incorporate missions RD, LH and EMS to class 16 vehicles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CodeEU-697: Re-evaluate subgroup allocations for Long Haul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CodeEU-676: Feature: Implement monitoring report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CodeEU-471: VectoSimulationException: VF640J869RB022573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CodeEU-462: Article10-2-issue | Order-Nr 28206354 | HEV P1 Error Mercedes-Benz and Setra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BusesCodeEU-326: Article10-2-issue | Order-Nr 28195581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CodeEU-348: Article10-2-issue | Order-Nr 28204519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CodeEU-457: Article10-2-issue | Order-Nr 28174000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CodeEU-458: Article10-2-issue | Order-Nr 28186528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CodeEU-459: Article10-2-issue | Order-Nr 28203057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CodeEU-545: IVECO confidential : BUG REPORT : HEV-P1 : UW18m C9 VOITH NXT CRU 48V mild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CodeEU-346: Article10-2-issue | Order-Nr 28202338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CodeEU-352: Article10-2-issue | Order-Nr 28202130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CodeEU-394: Article10-2-issue | Order-Nr 28204065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CodeEU-433: Article10-2-issue | Order-Nr 28192321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CodeEU-451: Article10-2-issue | Order-Nr 28204280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CodeEU-452: Article10-2-issue | Order-Nr 28197394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CodeEU-453: Article10-2-issue | Order-Nr 28199435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CodeEU-454: Article10-2-issue | Order-Nr 28206982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CodeEU-655: Article10-2-issue | VECTO-4.0.3 | Order-Nr 28208126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CodeEU-660: Retarder lossmap error in completed vehicle simulation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CodeEU-662: Generic retarder map speed range insufficient in some 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CodeEU-648: Error in Multistep Tool PEV/P-HEV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CodeEU-618: PEV vehicles simulation error depending the time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CodeEU-700: Factor Method Generic IHPC Powermap De-normaization bug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CodeEU-482: Article10-2-issue | Order-Nr 28203040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CodeEU-514: Article10-2-issue | VECTO-4.0.3 | Order-Nr 28208051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CodeEU-529: Article10-2-issue | VECTO-4.0.3 | Order-Nr 28199994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CodeEU-544: IVECO confidential : BUG REPORT : HEV-P1 : CRW LE C9 VOITH NXT CRU 48V mild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CodeEU-552: Article10-2-issue | VECTO-4.0.3 | Order-Nr 28201759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CodeEU-556: Article10-2-issue | VECTO-4.0.3 | Order-Nr 28208176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CodeEU-557: Article10-2-issue | VECTO-4.0.3 | Order-Nr 28209751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CodeEU-622: Article10-2-issue | VECTO-4.0.3 | Order-Nr 28210594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CodeEU-632: Article10-2-issue | VECTO-4.0.3 | Order-Nr 28210591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CodeEU-672: Article10-2-issue | VECTO-4.1.3 | Order-Nr 28208841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CodeEU-673: Article10-2-issue | VECTO-4.1.3 | Order-Nr 28209179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CodeEU-674: Article10-2-issue | VECTO-4.1.3 | Order-Nr 28211540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188604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CodeEU-678: Article10-2-issue | VECTO-4.1.3 | Order-Nr 28192673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CodeEU-697: Article10-2-issue | VECTO-4.1.3 | Order-Nr 28209551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CodeEU-685: Article10-2-issue | VECTO-4.1.3 | Order-Nr 28200286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CodeEU-686: Article10-2-issue | VECTO-4.1.3 | Order-Nr 28201178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CodeEU-687: Article10-2-issue | VECTO-4.1.3 | Order-Nr 28209679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CodeEU-692: Article10-2-issue | VECTO-4.1.3 | Order-Nr 28209789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188604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4.1.3.3415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08.05.2024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CodeEU-638: Incorrect construction payloads for group 9 non-vocational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4.1.1.3413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06.05.2024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CodeEU-615: Multistep freezes after loading VIF chassis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CodeEU-616: Multistep tool freezes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CodeEU-619: restore wrong exempted techs in XSD for backwards compatibility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CodeEU-617: Results change depending the time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CodeEU-635: Revert multiple summary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br>
              <a:rPr sz="1600"/>
            </a:br>
            <a:r>
              <a:rPr b="0" lang="en-US" sz="1200" spc="-1" strike="noStrike">
                <a:solidFill>
                  <a:schemeClr val="dk1"/>
                </a:solidFill>
                <a:latin typeface="Arial"/>
                <a:ea typeface="DejaVu Sans"/>
              </a:rPr>
              <a:t>CodeEU-577: Add missing mission profiles to vocational and non-vocational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CodeEU-331: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CodeEU-367: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CodeEU-372: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CodeEU-373: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CodeEU-374: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CodeEU-375: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CodeEU-393: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CodeEU-439: 615 (Interurban _P32DD_ReferenceLoad) - absTime: 7129.6359 [s], distance: 53875.9765 [m], dt: 0.6388 [s], v: 0.5098 [m/s], Gear: 1 | DrivingActionAccelerate: Failed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CodeEU-446: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CodeEU-449: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8002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0960" cy="4655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CodeEU-481: Finished Run VEH-PrimaryBus_nonSmart Urban _P31SD_ReferenceLoad with ERROR: 4 (Urban _P31SD_ReferenceLoad) - absTime: 8606.6241 [s], distance: 39112.5127 [m], dt: 1.1131 [s], v: 0.1833 [m/s], Gear: 1 |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CodeEU-494: Finished Run VEH-PrimaryBus_nonSmart Urban _P31SD_ReferenceLoad with ERROR: 26 (Urban _P31SD_ReferenceLoad) - absTime: 8606.6241 [s], distance: 39112.5127 [m], dt: 1.1131 [s], v: 0.1833 [m/s], Gear: 1 | DrivingActionAccelerate: Failed to fi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CodeEU-420: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CodeEU-573: Unhandled powertrain architecture Conventional Vehicle to calculate gradability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CodeEU-582: unhandled powertrain architecture ConventionalVehicle to calculate gradability, 11:44:36.63,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CodeEU-595: Inconsistency exempted vehicles "Fuel cell vehicle" vs. "FCV Article 9 exempted"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CodeEU-501: Help regarding VTP vdri format is not up to date in v4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CodeEU-594: inadequate validation for auxiliaries in completed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CodeEU-580: Potential error in XML schema v2.4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CodeEU-551: Article-10-2 XLRASF5E00G419905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CodeEU-547: Max ICE Off timespan for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CodeEU-583: Incorrect internal resistance for SuperCap used in factor method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0960" cy="4655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CodeEU-571: Article10-2-issue | VECTO-4.0.3 | Order-Nr 28202896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CodeEU-526: VTP calculation aborted on fuel consumption map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CodeEU-502: Error in VECTO calculation WMA10CZZ0RF022326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CodeEU-401: Electric steering system with conventional vehicle not according to 2017/2400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CodeEU-476: Setting Initial SoC in REESS editor leads to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CodeEU-533: Question about heavy lorry_IEPC_Gb×4speed: Failed to generate electric power map - at least two negative entries are required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CodeEU-456: Clarification Documentation official 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CodeEU-506: Article 10(2) issue - VIN YS2P6X200R2201285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CodeEU-507: Article 10(2) issue - VIN YS2P6X20005732399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CodeEU-508: Article 10(2) issue - VIN S2P6X20005734199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CodeEU-499: Object Reference not set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CodeEU-546: Problem with P181 (Cooling Fan Technology) for a conventional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CodeEU-516: Article10-2-issue | VECTO-4.0.3 | Order-Nr 28208044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CodeEU-517: Article10-2-issue | VECTO-4.0.3 | Order-Nr 28208037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0960" cy="4655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CodeEU-519: Article10-2-issue | VECTO-4.0.3 | Order-Nr 10098181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CodeEU-527: Article10-2-issue | VECTO-4.0.3 | Order-Nr 28196233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CodeEU-528: Article10-2-issue | VECTO-4.0.3 | Order-Nr 28196652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CodeEU-338: Eco-roll only, without engine stop, impact on CO2 emission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CodeEU-475: XML files loading in VTP Job not OK; No auxiliary data and torque curve visible, Job can't be saved in VECTO 4.0.3.3330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CodeEU-610: VTP mode is broken due to changes in the Clutch component.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4.0.3.3330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13.02.2024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CodeEU-293: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CodeEU-298: Object reference not set to an instance of an object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CodeEU-300: Full drive torque miscalculation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CodeEU-336: Feature: Hashing tool must validate the previous step data for multi-step jobs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CodeEU-337: Electric Citybus - ERROR with "31a-Specific" bus configuration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CodeEU-343: Cannot simulate Primary Vehicle using vectocmd.exe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CodeEU-387: VECTO sometimes fails to properly read Tyre data from primary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CodeEU-427: Vehicle speed resulting to exceeding max gearbox speed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CodeEU-428: Remove speed safety margin for gearbox re-engaging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CodeEU-438: Mismatch XML schema vs Regulation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CodeEU-248: Bus P2 hybrid VECTO error in urban cycle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CodeEU-278: Simulation crash when writing fuel consumption results to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CodeEU-284: New error message and failed simulation obtained for P2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CodeEU-285: PEV vehicle error in routine to write the results with new vecto version  4.0.2.3275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CodeEU-287: PEV_IEPC error message:"can only operate on SI Objects with the same unit"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CodeEU-289: VECTO Simulation Error for bus with validated input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20.12.2023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0960" cy="4447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CodeEU-273, CodeEU-274: Changes in the AMT shift strategy regarding idling speed caused simulation aborts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regression fix handling overload buffer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0960" cy="4818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CodeEU-94: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CodeEU-153: DrivingActionAccelerate: Failed to find operating point after Overload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CodeEU-158: Urban RefLoad DrivingActionAccelerate: Failed to find operating point (IEPC Wheelhub 1 measured)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CodeEU-168: Vecto Declaration Simulation with P1-Hybrid shows multiple errors - Simulation Aborts!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CodeEU-191: Boosting limits HEV ovc are not working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CodeEU-202: EMS Standard Values: Continuous/Overload Torque 0 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CodeEU-203: HybridStrategy error for IHPC type 1 hybrid lorry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CodeEU-206: VTP + PEMS test done by Renault Trucks France - VECTO tool errors most probably linked to automatic gearbox (with torque converter)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CodeEU-211: Hybrid P1 configurations with errors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CodeEU-215: MultiStep tool help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CodeEU-216: NrOfGears in CIF is 1 for IEPC no matter how many gears it has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CodeEU-220: Error manual transmission 2. gear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CodeEU-224: Issue with PEV complete vehicle simulation (Vecto MultiStage)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CodeEU-231: IVECO CONFIDENTIAL : hybrid buses completed simulation aborted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CodeEU-234: Error Conventional Lorry Gear: 1C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CodeEU-235: Tyre error calculation buses "invalid xsi:type 'TyreDataDeclarationType'"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CodeEU-238: Bus VIF files not valid in Multistep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CodeEU-243: Simulation aborted: Gear 5 Lossmap not sufficiant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CodeEU-244: Signature validation fails for old (prior to v4) Manufacturer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0960" cy="4818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CodeEU-249: Fix handling gear torque limits in case of IEPC WheelHub motor and only one side is measured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CodeEU-250: Maximum vehicle speed exceeded during pre-processing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CodeEU-253: Replace VTP HeavyBus in Generic Vehicles with VTP Truck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CodeEU-259: Inconsistent calculation of AverageRRC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Handling of overload buffer in case Continuous Torque is 0Nm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CodeEU-261: SuperCap internal resistance standard values correction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CodeEU-263: Determination of rated power for IEPCs for MRF and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CodeEU-266: Fix Measured Speed Testcases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2320" cy="675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4.0.1.3217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23.10.2023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0960" cy="4818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Improvements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VTP mode: create zip archive for input and output files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CIF for complete(d) buses - do not write PrimaryVehicleSubgroup element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hybrid strategy: power comparison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exempted vehicles do not work (error message that XML version is not supported)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XML schema: remove wrong PS technology entry for lorries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for conditioning power demand for IHPC vehicles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Box 94"/>
          <p:cNvSpPr/>
          <p:nvPr/>
        </p:nvSpPr>
        <p:spPr>
          <a:xfrm>
            <a:off x="539640" y="1052640"/>
            <a:ext cx="813024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r>
              <a:rPr b="1" lang="en-US" sz="2000" spc="-1" strike="noStrike">
                <a:solidFill>
                  <a:srgbClr val="990000"/>
                </a:solidFill>
                <a:latin typeface="Arial"/>
                <a:ea typeface="DejaVu Sans"/>
              </a:rPr>
              <a:t>16.10.2023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0240" cy="162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22160" y="2320200"/>
            <a:ext cx="7767000" cy="152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4201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First official VECTO release for the 2nd Amendment </a:t>
            </a: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of Regulation (EU) 2017/2400</a:t>
            </a:r>
            <a:br>
              <a:rPr sz="2800"/>
            </a:br>
            <a:br>
              <a:rPr sz="2800"/>
            </a:b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722160" y="4276440"/>
            <a:ext cx="7767000" cy="40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TUG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588240" y="1140480"/>
            <a:ext cx="8389080" cy="504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xEV-Heavy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Dedicated user interface for simulating buses in Declaration Mode using the multistep approach: VECTOMultistep.exe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xEV-Vehicles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XML-Reports and Vehicle Information Files to support new Vehicle Architectures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Manufacturer Record File (MRF):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Customer Information File (CIF):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Multistep Output (VIF):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simulation output (.vsum, .vmod)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Hashing Tool to handle new powertrain components (electric motor, battery, supercap ...)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6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Supports .NET Framework 4.8 and .NET 6.0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3840" cy="4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3840" cy="112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 – Tool modes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Inhaltsplatzhalter 4"/>
          <p:cNvGraphicFramePr/>
          <p:nvPr/>
        </p:nvGraphicFramePr>
        <p:xfrm>
          <a:off x="622440" y="2393280"/>
          <a:ext cx="7605360" cy="2034360"/>
        </p:xfrm>
        <a:graphic>
          <a:graphicData uri="http://schemas.openxmlformats.org/drawingml/2006/table">
            <a:tbl>
              <a:tblPr/>
              <a:tblGrid>
                <a:gridCol w="1177920"/>
                <a:gridCol w="582120"/>
                <a:gridCol w="582120"/>
                <a:gridCol w="582120"/>
                <a:gridCol w="582120"/>
                <a:gridCol w="582120"/>
                <a:gridCol w="681480"/>
                <a:gridCol w="681480"/>
                <a:gridCol w="681480"/>
                <a:gridCol w="681480"/>
                <a:gridCol w="791280"/>
              </a:tblGrid>
              <a:tr h="5968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Medium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Heavy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Primary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(JSON v7)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(JSON v10)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702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1084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VECTOcmd.exe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4056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VECTOMultistep.exe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6612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Comments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function: generates updated VIF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"Single step" manufacturing process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97" name="Textfeld 8"/>
          <p:cNvSpPr/>
          <p:nvPr/>
        </p:nvSpPr>
        <p:spPr>
          <a:xfrm>
            <a:off x="6509160" y="4789800"/>
            <a:ext cx="1998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2"/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 Simulation only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Simulation and editing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/>
          </p:nvPr>
        </p:nvSpPr>
        <p:spPr>
          <a:xfrm>
            <a:off x="588240" y="1299960"/>
            <a:ext cx="8389080" cy="419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XML Job Files &lt; v2.4 are no longer supported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Dropped support for .NET Framework 4.5 (EOL 04/2022)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3840" cy="4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Changes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3840" cy="112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xEV-Vehicles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feld 1"/>
          <p:cNvSpPr/>
          <p:nvPr/>
        </p:nvSpPr>
        <p:spPr>
          <a:xfrm>
            <a:off x="588240" y="1210680"/>
            <a:ext cx="7962120" cy="335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auxiliary parametrisation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usable SOC range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Serial/Parallel Hybrid Strategy parameters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Automated simulation of OVC-HEV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depleting mode (CD): The propulsion energy is provided by the electric storage only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sustaining mode (CS): The propulsion energy is provided by the fuel storage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3840" cy="112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xEV-Lorries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Inhaltsplatzhalter 5"/>
          <p:cNvSpPr/>
          <p:nvPr/>
        </p:nvSpPr>
        <p:spPr>
          <a:xfrm>
            <a:off x="749520" y="1085040"/>
            <a:ext cx="8389080" cy="51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E-PTO for PEV and S-HEV in 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E-PTO for PEV and S-HEV in 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itel 4"/>
          <p:cNvSpPr/>
          <p:nvPr/>
        </p:nvSpPr>
        <p:spPr>
          <a:xfrm>
            <a:off x="588240" y="2622240"/>
            <a:ext cx="8223840" cy="53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Buses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88240" y="2861280"/>
            <a:ext cx="8389080" cy="137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Factor Method for conventional and xEV-Buses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bus auxiliary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</TotalTime>
  <Application>LibreOffice/7.6.5.2$Windows_X86_64 LibreOffice_project/38d5f62f85355c192ef5f1dd47c5c0c0c6d6598b</Application>
  <AppVersion>15.0000</AppVersion>
  <Words>813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2010-01-07T15:28:02Z</dcterms:created>
  <dc:creator>martinrexeis</dc:creator>
  <dc:description/>
  <dc:language>en-US</dc:language>
  <cp:lastModifiedBy/>
  <cp:lastPrinted>2024-06-07T10:46:04Z</cp:lastPrinted>
  <dcterms:modified xsi:type="dcterms:W3CDTF">2024-06-10T11:59:37Z</dcterms:modified>
  <cp:revision>1417</cp:revision>
  <dc:subject/>
  <dc:title>Folie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12</vt:i4>
  </property>
</Properties>
</file>