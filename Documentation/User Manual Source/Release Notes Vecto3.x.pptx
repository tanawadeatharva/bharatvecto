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handoutMasterIdLst>
    <p:handoutMasterId r:id="rId24"/>
  </p:handoutMasterIdLst>
  <p:sldIdLst>
    <p:sldId id="575" r:id="rId2"/>
    <p:sldId id="661" r:id="rId3"/>
    <p:sldId id="657" r:id="rId4"/>
    <p:sldId id="659" r:id="rId5"/>
    <p:sldId id="660" r:id="rId6"/>
    <p:sldId id="656" r:id="rId7"/>
    <p:sldId id="655" r:id="rId8"/>
    <p:sldId id="654" r:id="rId9"/>
    <p:sldId id="653" r:id="rId10"/>
    <p:sldId id="651" r:id="rId11"/>
    <p:sldId id="648" r:id="rId12"/>
    <p:sldId id="649" r:id="rId13"/>
    <p:sldId id="650" r:id="rId14"/>
    <p:sldId id="645" r:id="rId15"/>
    <p:sldId id="647" r:id="rId16"/>
    <p:sldId id="646" r:id="rId17"/>
    <p:sldId id="640" r:id="rId18"/>
    <p:sldId id="641" r:id="rId19"/>
    <p:sldId id="642" r:id="rId20"/>
    <p:sldId id="643" r:id="rId21"/>
    <p:sldId id="644" r:id="rId22"/>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 uri="{2D200454-40CA-4A62-9FC3-DE9A4176ACB9}">
      <p15:notesGuideLst xmlns:p15="http://schemas.microsoft.com/office/powerpoint/2012/main" xmlns="">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26" d="100"/>
          <a:sy n="126" d="100"/>
        </p:scale>
        <p:origin x="-1194" y="-90"/>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10.01.2017</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3.1.1.740</a:t>
            </a:r>
            <a:r>
              <a:rPr lang="en-US" dirty="0"/>
              <a:t/>
            </a:r>
            <a:br>
              <a:rPr lang="en-US" dirty="0"/>
            </a:br>
            <a:r>
              <a:rPr lang="en-US" sz="1600" dirty="0" smtClean="0"/>
              <a:t>2017-01-10</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endParaRPr lang="en-US" sz="1400" b="1" dirty="0" smtClean="0"/>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2286</Words>
  <Application>Microsoft Office PowerPoint</Application>
  <PresentationFormat>Bildschirmpräsentation (4:3)</PresentationFormat>
  <Paragraphs>232</Paragraphs>
  <Slides>21</Slides>
  <Notes>0</Notes>
  <HiddenSlides>0</HiddenSlides>
  <MMClips>0</MMClips>
  <ScaleCrop>false</ScaleCrop>
  <HeadingPairs>
    <vt:vector size="4" baseType="variant">
      <vt:variant>
        <vt:lpstr>Design</vt:lpstr>
      </vt:variant>
      <vt:variant>
        <vt:i4>1</vt:i4>
      </vt:variant>
      <vt:variant>
        <vt:lpstr>Folientitel</vt:lpstr>
      </vt:variant>
      <vt:variant>
        <vt:i4>21</vt:i4>
      </vt:variant>
    </vt:vector>
  </HeadingPairs>
  <TitlesOfParts>
    <vt:vector size="22" baseType="lpstr">
      <vt:lpstr>Standarddesign</vt:lpstr>
      <vt:lpstr>PowerPoint-Präsentation</vt:lpstr>
      <vt:lpstr>Vecto 3.1.1.740 2017-01-10</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1138</cp:revision>
  <cp:lastPrinted>2013-01-22T12:03:30Z</cp:lastPrinted>
  <dcterms:created xsi:type="dcterms:W3CDTF">2010-01-07T15:28:02Z</dcterms:created>
  <dcterms:modified xsi:type="dcterms:W3CDTF">2017-01-10T12:20:08Z</dcterms:modified>
</cp:coreProperties>
</file>