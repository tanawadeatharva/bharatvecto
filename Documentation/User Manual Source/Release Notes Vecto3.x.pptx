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4" d="100"/>
          <a:sy n="154" d="100"/>
        </p:scale>
        <p:origin x="2004"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presProps" Target="presProp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viewProps" Target="viewProps.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pn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4"/>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0.7.9.xxx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Support for </a:t>
            </a:r>
            <a:r>
              <a:rPr lang="en-US" sz="1400" spc="-1" dirty="0" err="1">
                <a:solidFill>
                  <a:srgbClr val="000000"/>
                </a:solidFill>
                <a:latin typeface="Arial"/>
              </a:rPr>
              <a:t>xEV</a:t>
            </a:r>
            <a:r>
              <a:rPr lang="en-US" sz="1400" spc="-1" dirty="0">
                <a:solidFill>
                  <a:srgbClr val="000000"/>
                </a:solidFill>
                <a:latin typeface="Arial"/>
              </a:rPr>
              <a:t>-JSON-Jobs in Declaration Mode</a:t>
            </a:r>
          </a:p>
          <a:p>
            <a:pPr marL="743040" lvl="1" indent="-285840">
              <a:lnSpc>
                <a:spcPct val="100000"/>
              </a:lnSpc>
              <a:spcBef>
                <a:spcPts val="281"/>
              </a:spcBef>
              <a:buClr>
                <a:srgbClr val="000000"/>
              </a:buClr>
              <a:buFont typeface="Symbol"/>
              <a:buChar char=""/>
              <a:tabLst>
                <a:tab pos="1886040" algn="l"/>
              </a:tabLst>
            </a:pPr>
            <a:r>
              <a:rPr lang="en-US" sz="1400" spc="-1">
                <a:solidFill>
                  <a:srgbClr val="000000"/>
                </a:solidFill>
                <a:latin typeface="Arial"/>
              </a:rPr>
              <a:t>New XSD-Schema for XML Reports</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a:solidFill>
                  <a:srgbClr val="990000"/>
                </a:solidFill>
                <a:latin typeface="Arial"/>
              </a:rPr>
              <a:t>Vecto 0.7.9.2864 JRC Development Version</a:t>
            </a:r>
            <a:r>
              <a:rPr lang="en-US" sz="2400" b="0" strike="noStrike" spc="-1">
                <a:latin typeface="Arial"/>
              </a:rPr>
              <a:t> </a:t>
            </a:r>
            <a:br>
              <a:rPr sz="2400"/>
            </a:br>
            <a:r>
              <a:rPr lang="en-US" sz="1600" b="1" strike="noStrike" spc="-1">
                <a:solidFill>
                  <a:srgbClr val="990000"/>
                </a:solidFill>
                <a:latin typeface="Arial"/>
              </a:rPr>
              <a:t>November 2022</a:t>
            </a:r>
            <a:endParaRPr lang="en-US" sz="1600" b="0" strike="noStrike" spc="-1">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Peculiarities of IEPC</a:t>
            </a:r>
            <a:endParaRPr lang="en-US" sz="2400" b="0" strike="noStrike" spc="-1">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13241</Words>
  <Application>Microsoft Office PowerPoint</Application>
  <PresentationFormat>Bildschirmpräsentation (4:3)</PresentationFormat>
  <Paragraphs>1320</Paragraphs>
  <Slides>115</Slides>
  <Notes>0</Notes>
  <HiddenSlides>0</HiddenSlides>
  <MMClips>0</MMClips>
  <ScaleCrop>false</ScaleCrop>
  <HeadingPairs>
    <vt:vector size="6" baseType="variant">
      <vt:variant>
        <vt:lpstr>Verwendete Schriftarten</vt:lpstr>
      </vt:variant>
      <vt:variant>
        <vt:i4>8</vt:i4>
      </vt:variant>
      <vt:variant>
        <vt:lpstr>Design</vt:lpstr>
      </vt:variant>
      <vt:variant>
        <vt:i4>2</vt:i4>
      </vt:variant>
      <vt:variant>
        <vt:lpstr>Folientitel</vt:lpstr>
      </vt:variant>
      <vt:variant>
        <vt:i4>115</vt:i4>
      </vt:variant>
    </vt:vector>
  </HeadingPairs>
  <TitlesOfParts>
    <vt:vector size="125" baseType="lpstr">
      <vt:lpstr>Microsoft YaHei</vt:lpstr>
      <vt:lpstr>Arial</vt:lpstr>
      <vt:lpstr>Courier New</vt:lpstr>
      <vt:lpstr>DejaVu Sans</vt:lpstr>
      <vt:lpstr>Symbol</vt:lpstr>
      <vt:lpstr>Times New Roman</vt:lpstr>
      <vt:lpstr>Verdana</vt:lpstr>
      <vt:lpstr>Wingdings</vt:lpstr>
      <vt:lpstr>Office Theme</vt:lpstr>
      <vt:lpstr>Office Theme</vt:lpstr>
      <vt:lpstr>PowerPoint-Präsentation</vt:lpstr>
      <vt:lpstr>Vecto 0.7.9.xxx  Development Version  March 2023</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1291</cp:revision>
  <cp:lastPrinted>2013-01-22T12:03:30Z</cp:lastPrinted>
  <dcterms:created xsi:type="dcterms:W3CDTF">2010-01-07T15:28:02Z</dcterms:created>
  <dcterms:modified xsi:type="dcterms:W3CDTF">2023-03-13T09:39:20Z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