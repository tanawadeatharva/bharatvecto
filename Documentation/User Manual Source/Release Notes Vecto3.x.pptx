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handoutMasterIdLst>
    <p:handoutMasterId r:id="rId36"/>
  </p:handoutMasterIdLst>
  <p:sldIdLst>
    <p:sldId id="575" r:id="rId2"/>
    <p:sldId id="671" r:id="rId3"/>
    <p:sldId id="673" r:id="rId4"/>
    <p:sldId id="672" r:id="rId5"/>
    <p:sldId id="669" r:id="rId6"/>
    <p:sldId id="670" r:id="rId7"/>
    <p:sldId id="664" r:id="rId8"/>
    <p:sldId id="666" r:id="rId9"/>
    <p:sldId id="667" r:id="rId10"/>
    <p:sldId id="668" r:id="rId11"/>
    <p:sldId id="665" r:id="rId12"/>
    <p:sldId id="663" r:id="rId13"/>
    <p:sldId id="661" r:id="rId14"/>
    <p:sldId id="662" r:id="rId15"/>
    <p:sldId id="657" r:id="rId16"/>
    <p:sldId id="659" r:id="rId17"/>
    <p:sldId id="660" r:id="rId18"/>
    <p:sldId id="656" r:id="rId19"/>
    <p:sldId id="655" r:id="rId20"/>
    <p:sldId id="654" r:id="rId21"/>
    <p:sldId id="653" r:id="rId22"/>
    <p:sldId id="651" r:id="rId23"/>
    <p:sldId id="648" r:id="rId24"/>
    <p:sldId id="649" r:id="rId25"/>
    <p:sldId id="650" r:id="rId26"/>
    <p:sldId id="645" r:id="rId27"/>
    <p:sldId id="647" r:id="rId28"/>
    <p:sldId id="646" r:id="rId29"/>
    <p:sldId id="640" r:id="rId30"/>
    <p:sldId id="641" r:id="rId31"/>
    <p:sldId id="642" r:id="rId32"/>
    <p:sldId id="643" r:id="rId33"/>
    <p:sldId id="644" r:id="rId34"/>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9" d="100"/>
          <a:sy n="109" d="100"/>
        </p:scale>
        <p:origin x="1674"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20</a:t>
            </a:r>
            <a:r>
              <a:rPr lang="en-US" sz="2000" dirty="0" smtClean="0">
                <a:solidFill>
                  <a:srgbClr val="990000"/>
                </a:solidFill>
              </a:rPr>
              <a:t>.11.2017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endParaRPr lang="en-US" sz="1400" dirty="0"/>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VTP Simulation Mode</a:t>
            </a:r>
            <a:endParaRPr lang="de-AT" dirty="0"/>
          </a:p>
        </p:txBody>
      </p:sp>
      <p:sp>
        <p:nvSpPr>
          <p:cNvPr id="3" name="Inhaltsplatzhalter 2"/>
          <p:cNvSpPr>
            <a:spLocks noGrp="1"/>
          </p:cNvSpPr>
          <p:nvPr>
            <p:ph idx="1"/>
          </p:nvPr>
        </p:nvSpPr>
        <p:spPr/>
        <p:txBody>
          <a:bodyPr/>
          <a:lstStyle/>
          <a:p>
            <a:r>
              <a:rPr lang="en-US" dirty="0" smtClean="0"/>
              <a:t>Verification Test Procedure (VTP) Simulation Mode</a:t>
            </a:r>
          </a:p>
          <a:p>
            <a:pPr lvl="1"/>
            <a:r>
              <a:rPr lang="en-US" dirty="0" smtClean="0"/>
              <a:t>Similar to </a:t>
            </a:r>
            <a:r>
              <a:rPr lang="en-US" dirty="0" err="1" smtClean="0"/>
              <a:t>Pwheel</a:t>
            </a:r>
            <a:r>
              <a:rPr lang="en-US" dirty="0" smtClean="0"/>
              <a:t> mode, different cycle format (see user manual)</a:t>
            </a:r>
          </a:p>
          <a:p>
            <a:pPr lvl="1"/>
            <a:r>
              <a:rPr lang="en-US" dirty="0" smtClean="0"/>
              <a:t>Requires:</a:t>
            </a:r>
          </a:p>
          <a:p>
            <a:pPr lvl="2"/>
            <a:r>
              <a:rPr lang="en-US" dirty="0" smtClean="0"/>
              <a:t>Vehicle in declaration mode (XML)</a:t>
            </a:r>
          </a:p>
          <a:p>
            <a:pPr lvl="2"/>
            <a:r>
              <a:rPr lang="en-US" dirty="0" smtClean="0"/>
              <a:t>Measured driving cycle</a:t>
            </a:r>
          </a:p>
          <a:p>
            <a:pPr lvl="2"/>
            <a:r>
              <a:rPr lang="en-US" dirty="0" smtClean="0"/>
              <a:t>Parameters for engine-fan model</a:t>
            </a:r>
          </a:p>
          <a:p>
            <a:pPr lvl="1"/>
            <a:r>
              <a:rPr lang="en-US" dirty="0" smtClean="0"/>
              <a:t>Simulation uses all auxiliaries except engine fan</a:t>
            </a:r>
          </a:p>
          <a:p>
            <a:pPr lvl="2"/>
            <a:r>
              <a:rPr lang="en-US" dirty="0" smtClean="0"/>
              <a:t>Engine fan is modeled separately, power demand depends on fan speed (see user manual)</a:t>
            </a:r>
          </a:p>
          <a:p>
            <a:pPr lvl="1"/>
            <a:r>
              <a:rPr lang="en-US" dirty="0" smtClean="0"/>
              <a:t>Auxiliary power selected according to segment table, BUT power demand depends on vehicle speed</a:t>
            </a:r>
          </a:p>
          <a:p>
            <a:pPr lvl="2"/>
            <a:r>
              <a:rPr lang="en-US" dirty="0" smtClean="0"/>
              <a:t>v &lt; 50 km/h: Urban</a:t>
            </a:r>
          </a:p>
          <a:p>
            <a:pPr lvl="2"/>
            <a:r>
              <a:rPr lang="en-US" dirty="0" smtClean="0"/>
              <a:t>50 &lt;= v &lt; 70 km/h: Rural</a:t>
            </a:r>
          </a:p>
          <a:p>
            <a:pPr lvl="2"/>
            <a:r>
              <a:rPr lang="en-US" dirty="0" smtClean="0"/>
              <a:t>v &gt;70 km/h: Long haul</a:t>
            </a:r>
            <a:endParaRPr lang="de-AT" dirty="0"/>
          </a:p>
        </p:txBody>
      </p:sp>
    </p:spTree>
    <p:extLst>
      <p:ext uri="{BB962C8B-B14F-4D97-AF65-F5344CB8AC3E}">
        <p14:creationId xmlns:p14="http://schemas.microsoft.com/office/powerpoint/2010/main" val="40257845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3808</Words>
  <Application>Microsoft Office PowerPoint</Application>
  <PresentationFormat>Bildschirmpräsentation (4:3)</PresentationFormat>
  <Paragraphs>369</Paragraphs>
  <Slides>33</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33</vt:i4>
      </vt:variant>
    </vt:vector>
  </HeadingPairs>
  <TitlesOfParts>
    <vt:vector size="36" baseType="lpstr">
      <vt:lpstr>Arial</vt:lpstr>
      <vt:lpstr>Verdana</vt:lpstr>
      <vt:lpstr>Standarddesign</vt:lpstr>
      <vt:lpstr>PowerPoint-Präsentation</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1165</cp:revision>
  <cp:lastPrinted>2013-01-22T12:03:30Z</cp:lastPrinted>
  <dcterms:created xsi:type="dcterms:W3CDTF">2010-01-07T15:28:02Z</dcterms:created>
  <dcterms:modified xsi:type="dcterms:W3CDTF">2017-11-20T15:23:43Z</dcterms:modified>
</cp:coreProperties>
</file>