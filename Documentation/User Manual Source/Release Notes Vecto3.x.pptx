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7"/>
  </p:notesMasterIdLst>
  <p:handoutMasterIdLst>
    <p:handoutMasterId r:id="rId58"/>
  </p:handoutMasterIdLst>
  <p:sldIdLst>
    <p:sldId id="575" r:id="rId2"/>
    <p:sldId id="693" r:id="rId3"/>
    <p:sldId id="695" r:id="rId4"/>
    <p:sldId id="694" r:id="rId5"/>
    <p:sldId id="681" r:id="rId6"/>
    <p:sldId id="692" r:id="rId7"/>
    <p:sldId id="691" r:id="rId8"/>
    <p:sldId id="690" r:id="rId9"/>
    <p:sldId id="688" r:id="rId10"/>
    <p:sldId id="689" r:id="rId11"/>
    <p:sldId id="687" r:id="rId12"/>
    <p:sldId id="686" r:id="rId13"/>
    <p:sldId id="683" r:id="rId14"/>
    <p:sldId id="684" r:id="rId15"/>
    <p:sldId id="677" r:id="rId16"/>
    <p:sldId id="685" r:id="rId17"/>
    <p:sldId id="682" r:id="rId18"/>
    <p:sldId id="680" r:id="rId19"/>
    <p:sldId id="679" r:id="rId20"/>
    <p:sldId id="678" r:id="rId21"/>
    <p:sldId id="671" r:id="rId22"/>
    <p:sldId id="676" r:id="rId23"/>
    <p:sldId id="675" r:id="rId24"/>
    <p:sldId id="674" r:id="rId25"/>
    <p:sldId id="673" r:id="rId26"/>
    <p:sldId id="672" r:id="rId27"/>
    <p:sldId id="669" r:id="rId28"/>
    <p:sldId id="670" r:id="rId29"/>
    <p:sldId id="664" r:id="rId30"/>
    <p:sldId id="666" r:id="rId31"/>
    <p:sldId id="667" r:id="rId32"/>
    <p:sldId id="668" r:id="rId33"/>
    <p:sldId id="665" r:id="rId34"/>
    <p:sldId id="663" r:id="rId35"/>
    <p:sldId id="661" r:id="rId36"/>
    <p:sldId id="662" r:id="rId37"/>
    <p:sldId id="657" r:id="rId38"/>
    <p:sldId id="659" r:id="rId39"/>
    <p:sldId id="660" r:id="rId40"/>
    <p:sldId id="656" r:id="rId41"/>
    <p:sldId id="655" r:id="rId42"/>
    <p:sldId id="654" r:id="rId43"/>
    <p:sldId id="653" r:id="rId44"/>
    <p:sldId id="651" r:id="rId45"/>
    <p:sldId id="648" r:id="rId46"/>
    <p:sldId id="649" r:id="rId47"/>
    <p:sldId id="650" r:id="rId48"/>
    <p:sldId id="645" r:id="rId49"/>
    <p:sldId id="647" r:id="rId50"/>
    <p:sldId id="646" r:id="rId51"/>
    <p:sldId id="640" r:id="rId52"/>
    <p:sldId id="641" r:id="rId53"/>
    <p:sldId id="642" r:id="rId54"/>
    <p:sldId id="643" r:id="rId55"/>
    <p:sldId id="644" r:id="rId5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FF</a:t>
            </a:r>
            <a:endParaRPr lang="en-US" sz="3200" dirty="0">
              <a:solidFill>
                <a:srgbClr val="990000"/>
              </a:solidFill>
            </a:endParaRPr>
          </a:p>
          <a:p>
            <a:pPr eaLnBrk="1" hangingPunct="1"/>
            <a:r>
              <a:rPr lang="en-US" sz="2000" dirty="0" smtClean="0">
                <a:solidFill>
                  <a:srgbClr val="990000"/>
                </a:solidFill>
              </a:rPr>
              <a:t>03/2020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0.6.0.1908 </a:t>
            </a:r>
            <a:r>
              <a:rPr lang="en-US" dirty="0" smtClean="0"/>
              <a:t>Development Version</a:t>
            </a:r>
            <a:r>
              <a:rPr lang="en-US" dirty="0"/>
              <a:t/>
            </a:r>
            <a:br>
              <a:rPr lang="en-US" dirty="0"/>
            </a:br>
            <a:r>
              <a:rPr lang="en-US" sz="1600" dirty="0" smtClean="0"/>
              <a:t>March. </a:t>
            </a:r>
            <a:r>
              <a:rPr lang="en-US" sz="1600" dirty="0" smtClean="0"/>
              <a:t>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endParaRPr lang="en-US" sz="1800" b="1" dirty="0" smtClean="0"/>
          </a:p>
          <a:p>
            <a:pPr lvl="1">
              <a:tabLst>
                <a:tab pos="1885950" algn="l"/>
              </a:tabLst>
            </a:pPr>
            <a:r>
              <a:rPr lang="en-US" dirty="0" smtClean="0"/>
              <a:t>Consider vehicle’s max speed when validating input data, calculating velocity drop during traction interruption </a:t>
            </a:r>
            <a:endParaRPr lang="en-US" dirty="0" smtClean="0"/>
          </a:p>
          <a:p>
            <a:pPr lvl="1">
              <a:tabLst>
                <a:tab pos="1885950" algn="l"/>
              </a:tabLst>
            </a:pPr>
            <a:r>
              <a:rPr lang="en-US" dirty="0" smtClean="0"/>
              <a:t>Reading vehicle design speed (85km/h) from segment table (also related to vehicle’s max speed)</a:t>
            </a:r>
            <a:endParaRPr lang="en-US" dirty="0"/>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a:t>
            </a:r>
            <a:r>
              <a:rPr lang="en-US" dirty="0" smtClean="0"/>
              <a:t>exception simulating vehicles in engineering mode</a:t>
            </a:r>
            <a:endParaRPr lang="en-US" dirty="0"/>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0.6.0.1884 </a:t>
            </a:r>
            <a:r>
              <a:rPr lang="en-US" dirty="0" smtClean="0"/>
              <a:t>Development Version</a:t>
            </a:r>
            <a:r>
              <a:rPr lang="en-US" dirty="0"/>
              <a:t/>
            </a:r>
            <a:br>
              <a:rPr lang="en-US" dirty="0"/>
            </a:br>
            <a:r>
              <a:rPr lang="en-US" sz="1600" dirty="0" smtClean="0"/>
              <a:t>Feb.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a:t>
            </a:r>
            <a:r>
              <a:rPr lang="en-US" dirty="0" smtClean="0"/>
              <a:t>matrix, </a:t>
            </a:r>
          </a:p>
          <a:p>
            <a:pPr lvl="1">
              <a:tabLst>
                <a:tab pos="1885950" algn="l"/>
              </a:tabLst>
            </a:pPr>
            <a:r>
              <a:rPr lang="en-US" dirty="0" smtClean="0"/>
              <a:t>Support for P0 hybrids in </a:t>
            </a:r>
            <a:r>
              <a:rPr lang="en-US" smtClean="0"/>
              <a:t>bus auxiliaries model</a:t>
            </a:r>
            <a:endParaRPr lang="en-US" dirty="0"/>
          </a:p>
          <a:p>
            <a:pPr lvl="1">
              <a:tabLst>
                <a:tab pos="1885950" algn="l"/>
              </a:tabLst>
            </a:pPr>
            <a:r>
              <a:rPr lang="en-US" dirty="0" smtClean="0"/>
              <a:t>Support for “primary bus” (declaration mode)</a:t>
            </a:r>
          </a:p>
          <a:p>
            <a:pPr lvl="1">
              <a:tabLst>
                <a:tab pos="1885950" algn="l"/>
              </a:tabLst>
            </a:pPr>
            <a:r>
              <a:rPr lang="en-US" dirty="0" smtClean="0"/>
              <a:t>Support for “single bus” – combine input parameters of primary bus and completed bus to a single simulation (no factor method) (declaration mode)</a:t>
            </a:r>
          </a:p>
          <a:p>
            <a:pPr lvl="1">
              <a:tabLst>
                <a:tab pos="1885950" algn="l"/>
              </a:tabLst>
            </a:pPr>
            <a:r>
              <a:rPr lang="en-US" dirty="0" smtClean="0"/>
              <a:t>Support for medium lorries</a:t>
            </a:r>
          </a:p>
          <a:p>
            <a:pPr lvl="1">
              <a:tabLst>
                <a:tab pos="1885950" algn="l"/>
              </a:tabLst>
            </a:pPr>
            <a:r>
              <a:rPr lang="en-US" dirty="0" smtClean="0"/>
              <a:t>Support for vehicles with front-wheel drive (</a:t>
            </a:r>
            <a:r>
              <a:rPr lang="en-US" dirty="0" err="1" smtClean="0"/>
              <a:t>axlegear</a:t>
            </a:r>
            <a:r>
              <a:rPr lang="en-US" dirty="0" smtClean="0"/>
              <a:t> included in gearbox)</a:t>
            </a:r>
          </a:p>
          <a:p>
            <a:pPr lvl="1">
              <a:tabLst>
                <a:tab pos="1885950" algn="l"/>
              </a:tabLst>
            </a:pPr>
            <a:r>
              <a:rPr lang="en-US" dirty="0" smtClean="0"/>
              <a:t>VTP Mode for medium lorries</a:t>
            </a:r>
          </a:p>
          <a:p>
            <a:pPr lvl="1">
              <a:tabLst>
                <a:tab pos="1885950" algn="l"/>
              </a:tabLst>
            </a:pPr>
            <a:r>
              <a:rPr lang="en-US" dirty="0" smtClean="0"/>
              <a:t>New XML schema for new vehicle categories, adapted XML schema for generated reports (MRF, CIF, PIF)</a:t>
            </a:r>
          </a:p>
          <a:p>
            <a:pPr marL="457200" lvl="1" indent="0">
              <a:buNone/>
              <a:tabLst>
                <a:tab pos="1885950" algn="l"/>
              </a:tabLst>
            </a:pPr>
            <a:endParaRPr lang="en-US" sz="1600" dirty="0" smtClean="0"/>
          </a:p>
          <a:p>
            <a:pPr marL="457200" lvl="1" indent="0">
              <a:buNone/>
              <a:tabLst>
                <a:tab pos="1885950" algn="l"/>
              </a:tabLst>
            </a:pPr>
            <a:r>
              <a:rPr lang="en-US" sz="1600" dirty="0" smtClean="0"/>
              <a:t>This development version includes all features already included in version 0.5.0</a:t>
            </a:r>
          </a:p>
          <a:p>
            <a:pPr lvl="1">
              <a:tabLst>
                <a:tab pos="1885950" algn="l"/>
              </a:tabLst>
            </a:pPr>
            <a:endParaRPr lang="en-US" sz="1400" dirty="0" smtClean="0"/>
          </a:p>
        </p:txBody>
      </p:sp>
    </p:spTree>
    <p:extLst>
      <p:ext uri="{BB962C8B-B14F-4D97-AF65-F5344CB8AC3E}">
        <p14:creationId xmlns:p14="http://schemas.microsoft.com/office/powerpoint/2010/main" val="55192502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p>
          <a:p>
            <a:pPr lvl="1">
              <a:tabLst>
                <a:tab pos="1885950" algn="l"/>
              </a:tabLst>
            </a:pPr>
            <a:endParaRPr lang="en-US" sz="1400" dirty="0" smtClean="0"/>
          </a:p>
        </p:txBody>
      </p:sp>
    </p:spTree>
    <p:extLst>
      <p:ext uri="{BB962C8B-B14F-4D97-AF65-F5344CB8AC3E}">
        <p14:creationId xmlns:p14="http://schemas.microsoft.com/office/powerpoint/2010/main" val="199775478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7187</Words>
  <Application>Microsoft Office PowerPoint</Application>
  <PresentationFormat>Bildschirmpräsentation (4:3)</PresentationFormat>
  <Paragraphs>717</Paragraphs>
  <Slides>55</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55</vt:i4>
      </vt:variant>
    </vt:vector>
  </HeadingPairs>
  <TitlesOfParts>
    <vt:vector size="61" baseType="lpstr">
      <vt:lpstr>Arial</vt:lpstr>
      <vt:lpstr>Calibri</vt:lpstr>
      <vt:lpstr>Courier New</vt:lpstr>
      <vt:lpstr>Times New Roman</vt:lpstr>
      <vt:lpstr>Verdana</vt:lpstr>
      <vt:lpstr>Standarddesign</vt:lpstr>
      <vt:lpstr>PowerPoint-Präsentation</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1224</cp:revision>
  <cp:lastPrinted>2013-01-22T12:03:30Z</cp:lastPrinted>
  <dcterms:created xsi:type="dcterms:W3CDTF">2010-01-07T15:28:02Z</dcterms:created>
  <dcterms:modified xsi:type="dcterms:W3CDTF">2020-03-23T09:24:48Z</dcterms:modified>
</cp:coreProperties>
</file>