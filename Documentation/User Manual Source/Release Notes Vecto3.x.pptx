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handoutMasterIdLst>
    <p:handoutMasterId r:id="rId12"/>
  </p:handoutMasterIdLst>
  <p:sldIdLst>
    <p:sldId id="575" r:id="rId2"/>
    <p:sldId id="645" r:id="rId3"/>
    <p:sldId id="647" r:id="rId4"/>
    <p:sldId id="646" r:id="rId5"/>
    <p:sldId id="640" r:id="rId6"/>
    <p:sldId id="641" r:id="rId7"/>
    <p:sldId id="642" r:id="rId8"/>
    <p:sldId id="643" r:id="rId9"/>
    <p:sldId id="644" r:id="rId10"/>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p:scale>
          <a:sx n="80" d="100"/>
          <a:sy n="80" d="100"/>
        </p:scale>
        <p:origin x="-780" y="-348"/>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commentAuthors" Target="commen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w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031" name="Rectangle 25"/>
          <p:cNvSpPr>
            <a:spLocks noChangeArrowheads="1"/>
          </p:cNvSpPr>
          <p:nvPr userDrawn="1"/>
        </p:nvSpPr>
        <p:spPr bwMode="auto">
          <a:xfrm>
            <a:off x="0" y="6373813"/>
            <a:ext cx="9144000" cy="215900"/>
          </a:xfrm>
          <a:prstGeom prst="rect">
            <a:avLst/>
          </a:prstGeom>
          <a:solidFill>
            <a:srgbClr val="DDDDDD"/>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p>
            <a:pPr algn="l">
              <a:spcBef>
                <a:spcPct val="0"/>
              </a:spcBef>
            </a:pPr>
            <a:endParaRPr lang="en-GB" sz="1200">
              <a:latin typeface="Verdana" pitchFamily="34" charset="0"/>
            </a:endParaRPr>
          </a:p>
        </p:txBody>
      </p:sp>
      <p:pic>
        <p:nvPicPr>
          <p:cNvPr id="1032" name="Picture 26" descr="logo"/>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8532442" y="152075"/>
            <a:ext cx="504056" cy="185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27" descr="IVT_Logo_klein"/>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8100392" y="188640"/>
            <a:ext cx="310830" cy="149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29"/>
          <p:cNvSpPr>
            <a:spLocks noChangeAspect="1" noChangeArrowheads="1"/>
          </p:cNvSpPr>
          <p:nvPr userDrawn="1"/>
        </p:nvSpPr>
        <p:spPr bwMode="auto">
          <a:xfrm>
            <a:off x="0" y="6373813"/>
            <a:ext cx="215900" cy="214312"/>
          </a:xfrm>
          <a:prstGeom prst="rect">
            <a:avLst/>
          </a:prstGeom>
          <a:solidFill>
            <a:srgbClr val="F7014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30000"/>
              </a:spcBef>
            </a:pPr>
            <a:endParaRPr lang="en-GB" sz="2000"/>
          </a:p>
        </p:txBody>
      </p:sp>
      <p:sp>
        <p:nvSpPr>
          <p:cNvPr id="13" name="Text Box 30"/>
          <p:cNvSpPr txBox="1">
            <a:spLocks noChangeArrowheads="1"/>
          </p:cNvSpPr>
          <p:nvPr userDrawn="1"/>
        </p:nvSpPr>
        <p:spPr bwMode="auto">
          <a:xfrm>
            <a:off x="215900" y="6381328"/>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descr="I:\raphaelluz\VECTO\source\VECTO\User Manual\pics\JRC.png"/>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6588224" y="44624"/>
            <a:ext cx="1367520" cy="28437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0318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br>
              <a:rPr lang="en-US" sz="3200" dirty="0" smtClean="0">
                <a:solidFill>
                  <a:srgbClr val="990000"/>
                </a:solidFill>
              </a:rPr>
            </a:br>
            <a:r>
              <a:rPr lang="en-US" sz="2000" dirty="0" smtClean="0">
                <a:solidFill>
                  <a:srgbClr val="990000"/>
                </a:solidFill>
              </a:rPr>
              <a:t>20.06.2016</a:t>
            </a: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3.0.3.536</a:t>
            </a:r>
            <a:endParaRPr lang="en-US" dirty="0"/>
          </a:p>
        </p:txBody>
      </p:sp>
      <p:sp>
        <p:nvSpPr>
          <p:cNvPr id="3" name="Inhaltsplatzhalter 2"/>
          <p:cNvSpPr>
            <a:spLocks noGrp="1"/>
          </p:cNvSpPr>
          <p:nvPr>
            <p:ph idx="1"/>
          </p:nvPr>
        </p:nvSpPr>
        <p:spPr>
          <a:xfrm>
            <a:off x="179512" y="1412776"/>
            <a:ext cx="8784975" cy="4713387"/>
          </a:xfrm>
        </p:spPr>
        <p:txBody>
          <a:bodyPr/>
          <a:lstStyle/>
          <a:p>
            <a:r>
              <a:rPr lang="en-US" dirty="0" smtClean="0"/>
              <a:t>Main Updates</a:t>
            </a:r>
          </a:p>
          <a:p>
            <a:pPr lvl="1"/>
            <a:r>
              <a:rPr lang="en-US" dirty="0" smtClean="0"/>
              <a:t>Plot shift lines as computed according to WB 2016 declaration mode in GUI</a:t>
            </a:r>
            <a:endParaRPr lang="en-US" dirty="0" smtClean="0"/>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p:txBody>
      </p:sp>
    </p:spTree>
    <p:extLst>
      <p:ext uri="{BB962C8B-B14F-4D97-AF65-F5344CB8AC3E}">
        <p14:creationId xmlns:p14="http://schemas.microsoft.com/office/powerpoint/2010/main" val="40963866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a:t>
            </a:r>
            <a:r>
              <a:rPr lang="en-US" smtClean="0"/>
              <a:t>handling special cases</a:t>
            </a:r>
            <a:endParaRPr lang="en-US" dirty="0"/>
          </a:p>
        </p:txBody>
      </p:sp>
    </p:spTree>
    <p:extLst>
      <p:ext uri="{BB962C8B-B14F-4D97-AF65-F5344CB8AC3E}">
        <p14:creationId xmlns:p14="http://schemas.microsoft.com/office/powerpoint/2010/main" val="37117345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3.0.2</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a:t>    + Measured Speed</a:t>
            </a:r>
          </a:p>
          <a:p>
            <a:r>
              <a:rPr lang="en-US" sz="800" dirty="0"/>
              <a:t>    + Measured Speed with Gear</a:t>
            </a:r>
          </a:p>
          <a:p>
            <a:r>
              <a:rPr lang="en-US" sz="800" dirty="0"/>
              <a:t>    +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 Move wheels inertia from vehicle to wheels</a:t>
            </a:r>
          </a:p>
          <a:p>
            <a:r>
              <a:rPr lang="en-US" sz="800" dirty="0"/>
              <a:t>    + Auxiliaries no longer connected via clutch to the engine but via a separate port</a:t>
            </a:r>
          </a:p>
          <a:p>
            <a:r>
              <a:rPr lang="en-US" sz="800" dirty="0"/>
              <a:t>    +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920</Words>
  <Application>Microsoft Office PowerPoint</Application>
  <PresentationFormat>Bildschirmpräsentation (4:3)</PresentationFormat>
  <Paragraphs>98</Paragraphs>
  <Slides>9</Slides>
  <Notes>0</Notes>
  <HiddenSlides>0</HiddenSlides>
  <MMClips>0</MMClips>
  <ScaleCrop>false</ScaleCrop>
  <HeadingPairs>
    <vt:vector size="4" baseType="variant">
      <vt:variant>
        <vt:lpstr>Design</vt:lpstr>
      </vt:variant>
      <vt:variant>
        <vt:i4>1</vt:i4>
      </vt:variant>
      <vt:variant>
        <vt:lpstr>Folientitel</vt:lpstr>
      </vt:variant>
      <vt:variant>
        <vt:i4>9</vt:i4>
      </vt:variant>
    </vt:vector>
  </HeadingPairs>
  <TitlesOfParts>
    <vt:vector size="10" baseType="lpstr">
      <vt:lpstr>Standarddesign</vt:lpstr>
      <vt:lpstr>PowerPoint-Präsentation</vt:lpstr>
      <vt:lpstr>Vecto 3.0.3.536</vt:lpstr>
      <vt:lpstr>Vecto 3.0.3</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Markus Quaritsch</cp:lastModifiedBy>
  <cp:revision>1084</cp:revision>
  <cp:lastPrinted>2013-01-22T12:03:30Z</cp:lastPrinted>
  <dcterms:created xsi:type="dcterms:W3CDTF">2010-01-07T15:28:02Z</dcterms:created>
  <dcterms:modified xsi:type="dcterms:W3CDTF">2016-06-20T11:54:29Z</dcterms:modified>
</cp:coreProperties>
</file>